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0F2044"/>
                </a:solidFill>
                <a:latin typeface="Arial"/>
              </a:defRPr>
            </a:pPr>
            <a:r>
              <a:rPr sz="1200" b="1" i="0" u="none" strike="noStrike">
                <a:solidFill>
                  <a:srgbClr val="0F2044"/>
                </a:solidFill>
                <a:latin typeface="Arial"/>
              </a:rPr>
              <a:t>Avg Discount by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Discount %</c:v>
                </c:pt>
              </c:strCache>
            </c:strRef>
          </c:tx>
          <c:spPr>
            <a:solidFill>
              <a:srgbClr val="E53E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3E3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204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Headphones</c:v>
                  </c:pt>
                  <c:pt idx="1">
                    <c:v>Laptops</c:v>
                  </c:pt>
                  <c:pt idx="2">
                    <c:v>Mobiles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63.4</c:v>
                </c:pt>
                <c:pt idx="1">
                  <c:v>18.7</c:v>
                </c:pt>
                <c:pt idx="2">
                  <c:v>10.7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20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6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0F2044"/>
                </a:solidFill>
                <a:latin typeface="Arial"/>
              </a:defRPr>
            </a:pPr>
            <a:r>
              <a:rPr sz="1200" b="1" i="0" u="none" strike="noStrike">
                <a:solidFill>
                  <a:srgbClr val="0F2044"/>
                </a:solidFill>
                <a:latin typeface="Arial"/>
              </a:rPr>
              <a:t>Avg Discount by Price Band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Discount %</c:v>
                </c:pt>
              </c:strCache>
            </c:strRef>
          </c:tx>
          <c:spPr>
            <a:solidFill>
              <a:srgbClr val="38A1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8A16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204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Budget</c:v>
                  </c:pt>
                  <c:pt idx="1">
                    <c:v>Mid Range</c:v>
                  </c:pt>
                  <c:pt idx="2">
                    <c:v>Premium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39.9</c:v>
                </c:pt>
                <c:pt idx="1">
                  <c:v>11.9</c:v>
                </c:pt>
                <c:pt idx="2">
                  <c:v>17.2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20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6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0F2044"/>
                </a:solidFill>
                <a:latin typeface="Arial"/>
              </a:defRPr>
            </a:pPr>
            <a:r>
              <a:rPr sz="1200" b="1" i="0" u="none" strike="noStrike">
                <a:solidFill>
                  <a:srgbClr val="0F2044"/>
                </a:solidFill>
                <a:latin typeface="Arial"/>
              </a:rPr>
              <a:t>Average Discount % by Category &amp; Platform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Flipkart</c:v>
                </c:pt>
              </c:strCache>
            </c:strRef>
          </c:tx>
          <c:spPr>
            <a:solidFill>
              <a:srgbClr val="F793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Headphones</c:v>
                  </c:pt>
                  <c:pt idx="1">
                    <c:v>Laptops</c:v>
                  </c:pt>
                  <c:pt idx="2">
                    <c:v>Mobiles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63.4</c:v>
                </c:pt>
                <c:pt idx="1">
                  <c:v>19.1</c:v>
                </c:pt>
                <c:pt idx="2">
                  <c:v>10.6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Shopsy</c:v>
                </c:pt>
              </c:strCache>
            </c:strRef>
          </c:tx>
          <c:spPr>
            <a:solidFill>
              <a:srgbClr val="7B2FB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Headphones</c:v>
                  </c:pt>
                  <c:pt idx="1">
                    <c:v>Laptops</c:v>
                  </c:pt>
                  <c:pt idx="2">
                    <c:v>Mobiles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18.1</c:v>
                </c:pt>
                <c:pt idx="2">
                  <c:v>10.8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20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6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Analysis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Studying How Discounts Work on Flipkart &amp; Shopsy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5029200" cy="36576"/>
          </a:xfrm>
          <a:prstGeom prst="rect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5661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Sahasra Badagoni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Institute of Technology Bhilai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3520440"/>
            <a:ext cx="86868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0" y="3584448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217920" y="411480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Analysed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205472" y="3520440"/>
            <a:ext cx="86868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05472" y="3584448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205472" y="411480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193024" y="3520440"/>
            <a:ext cx="86868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93024" y="3584448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193024" y="411480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0058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big discount numbers on Indian e-commerce sites actually real?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011680"/>
            <a:ext cx="54864" cy="1051560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01168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category gets the most discounts?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663440" y="201168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011680"/>
            <a:ext cx="54864" cy="1051560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201168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Flipkart or Shopsy cheaper?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" y="324612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246120"/>
            <a:ext cx="54864" cy="1051560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24612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budget products get better deals?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663440" y="324612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3246120"/>
            <a:ext cx="54864" cy="1051560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324612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a product's discount?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54864" cy="731520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4124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real Chrome browser to bypass JS rendering blocks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91640"/>
            <a:ext cx="54864" cy="731520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099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0391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HTML to extract product names, prices, discounts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60320"/>
            <a:ext cx="54864" cy="731520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7860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29077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all scraped data into timestamped CSV files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777240"/>
            <a:ext cx="39319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8229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Summary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280160"/>
          <a:ext cx="3749040" cy="1920240"/>
        </p:xfrm>
        <a:graphic>
          <a:graphicData uri="http://schemas.openxmlformats.org/drawingml/2006/table">
            <a:tbl>
              <a:tblPr/>
              <a:tblGrid>
                <a:gridCol w="937260"/>
                <a:gridCol w="937260"/>
                <a:gridCol w="937260"/>
                <a:gridCol w="9372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Headphones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Flipkart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Shopsy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365760" y="3520440"/>
            <a:ext cx="8412480" cy="12801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4864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 faced: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&amp; Amazon blocked direct requests — switched to Selenium  </a:t>
            </a:r>
            <a:pPr algn="l" indent="0" marL="0">
              <a:buNone/>
            </a:pPr>
            <a:r>
              <a:rPr lang="en-US" sz="1050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prices loaded via internal JS — could not scrape  </a:t>
            </a:r>
            <a:pPr algn="l" indent="0" marL="0">
              <a:buNone/>
            </a:pPr>
            <a:r>
              <a:rPr lang="en-US" sz="1050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Headphones used different HTML class names than mobiles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Preparation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68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Found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31 products had no MRP value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86537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215 missing star ratings (mostly Shopsy)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43230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Headphone names had price/rating text stuck to them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9992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Some rows had just a number like '3.6' as product name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566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69 products missing discount label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777240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83480" y="868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Fixed Them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29844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Filled missing MRP with selling price (0% discount assumed)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186537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Filled missing ratings with category median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243230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Wrote regex function to strip extra text — rewrote 3 times!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29992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Removed rows where product name was just a number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3566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Recalculated discount using formula: (MRP-Price)/MRP × 100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clean dataset: 386 rows  ·  15 columns  ·  0 missing values in key fields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Key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920240" cy="11887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4124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19.1%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5361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Discount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777240"/>
            <a:ext cx="1920240" cy="11887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84124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63.4%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15361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Headphones Avg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777240"/>
            <a:ext cx="192024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84124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0" y="15361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Mobiles Avg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777240"/>
            <a:ext cx="1920240" cy="118872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84124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₹6,420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675120" y="15361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Savings</a:t>
            </a:r>
            <a:endParaRPr lang="en-US" sz="1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365760" y="2103120"/>
          <a:ext cx="41148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Chart 1" descr=""/>
          <p:cNvGraphicFramePr/>
          <p:nvPr/>
        </p:nvGraphicFramePr>
        <p:xfrm>
          <a:off x="4754880" y="2103120"/>
          <a:ext cx="40233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Shape 14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Headphones have suspiciously high discounts — likely due to MRP inflation, not genuine deals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vs Shopsy — Platform Comparison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53035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914400"/>
            <a:ext cx="2834640" cy="1097280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960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0" y="13258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23.0%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943600" y="17373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discount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0" y="2286000"/>
            <a:ext cx="2834640" cy="109728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0" y="23317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943600" y="26974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5943600" y="31089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discount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43600" y="3749040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43600" y="3749040"/>
            <a:ext cx="54864" cy="1234440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0760" y="3785616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080760" y="4078224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mobiles &amp; laptops both platforms give nearly identical discounts. The difference is only visible in headphones.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— Built with Plotly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457200" cy="1234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86868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Distribution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23444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histogram showing both platforms — Shopsy clusters 0-20%, Flipkart spreads to 90%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94560"/>
            <a:ext cx="457200" cy="1234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9456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28600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Comparison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65176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bar chart comparing Flipkart vs Shopsy discounts across all 3 categories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1188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611880"/>
            <a:ext cx="457200" cy="1234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61188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70332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 Discount Scatter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06908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— hover over any dot to see product name, price, MRP and savings amount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77724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777240"/>
            <a:ext cx="457200" cy="1234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77724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86868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15 Discounted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123444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chart showing all top discounts are headphones from Flipkart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19456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194560"/>
            <a:ext cx="457200" cy="1234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19456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228600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Box Plot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265176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 save the most rupees (₹10k-20k) despite lower % than headphones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 — Linear Regression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Predict a product's discount % using its selling price, MRP and category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08760"/>
            <a:ext cx="192024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0876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5087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173736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category text to numbers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(headphones=0, laptops=1, mobiles=2)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68880" y="150876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508760"/>
            <a:ext cx="192024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50876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80360" y="15087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60320" y="1920240"/>
            <a:ext cx="173736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(308 rows)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testing (78 rows)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150876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508760"/>
            <a:ext cx="192024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50876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15087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1920240"/>
            <a:ext cx="173736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 to find relationship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inputs and discount %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75120" y="150876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75120" y="1508760"/>
            <a:ext cx="192024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150876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86600" y="15087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66560" y="1920240"/>
            <a:ext cx="173736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accuracy using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and R² score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246120"/>
            <a:ext cx="2606040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5760" y="32918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36118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365760" y="416052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off by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 on average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0" y="3246120"/>
            <a:ext cx="2606040" cy="146304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200400" y="32918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0" y="36118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3200400" y="416052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69% of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variation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35040" y="3246120"/>
            <a:ext cx="2606040" cy="1463040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035040" y="32918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35040" y="36118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035040" y="416052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predictor —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price!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is what really determines discount — not how expensive the product is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82296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05840"/>
            <a:ext cx="54864" cy="658368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00584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High headphone discounts (63%) are probably not genuine — MRP inflation is common in India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764792"/>
            <a:ext cx="82296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64792"/>
            <a:ext cx="54864" cy="658368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764792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Flipkart and Shopsy give nearly identical discounts for mobiles &amp; laptops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523744"/>
            <a:ext cx="82296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523744"/>
            <a:ext cx="54864" cy="658368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523744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% discount is misleading — laptops save more actual rupees despite lower %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282696"/>
            <a:ext cx="82296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282696"/>
            <a:ext cx="54864" cy="658368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282696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Category is the #1 factor in determining discount — more important than price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041648"/>
            <a:ext cx="82296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041648"/>
            <a:ext cx="54864" cy="658368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4041648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Web scraping real data is hard — Amazon blocked everything, Flipkart needed Selenium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F79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github.com/sahasraa19/ecommerce-discount-analysis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Discount Analysis</dc:title>
  <dc:subject>PptxGenJS Presentation</dc:subject>
  <dc:creator>Sahasra Badagoni</dc:creator>
  <cp:lastModifiedBy>Sahasra Badagoni</cp:lastModifiedBy>
  <cp:revision>1</cp:revision>
  <dcterms:created xsi:type="dcterms:W3CDTF">2026-04-25T05:47:48Z</dcterms:created>
  <dcterms:modified xsi:type="dcterms:W3CDTF">2026-04-25T05:47:48Z</dcterms:modified>
</cp:coreProperties>
</file>